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Lexer</c:v>
                  </c:pt>
                  <c:pt idx="1">
                    <c:v>Parser</c:v>
                  </c:pt>
                  <c:pt idx="2">
                    <c:v>Symbols</c:v>
                  </c:pt>
                  <c:pt idx="3">
                    <c:v>Semantic</c:v>
                  </c:pt>
                  <c:pt idx="4">
                    <c:v>TAC</c:v>
                  </c:pt>
                  <c:pt idx="5">
                    <c:v>Optimizer</c:v>
                  </c:pt>
                  <c:pt idx="6">
                    <c:v>Runtime</c:v>
                  </c:pt>
                  <c:pt idx="7">
                    <c:v>Pipeline</c:v>
                  </c:pt>
                  <c:pt idx="8">
                    <c:v>E2E</c:v>
                  </c:pt>
                  <c:pt idx="9">
                    <c:v>Web UI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16</c:v>
                </c:pt>
                <c:pt idx="2">
                  <c:v>6</c:v>
                </c:pt>
                <c:pt idx="3">
                  <c:v>22</c:v>
                </c:pt>
                <c:pt idx="4">
                  <c:v>14</c:v>
                </c:pt>
                <c:pt idx="5">
                  <c:v>20</c:v>
                </c:pt>
                <c:pt idx="6">
                  <c:v>14</c:v>
                </c:pt>
                <c:pt idx="7">
                  <c:v>10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akshcodez/CodeFlow_DS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akshcodez/CodeFlow_DS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LABORATORY  ·  PHASE 3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CodeFlow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7315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Optimization, Execution &amp; Integration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 · Unreachable &amp; Dead-Code Elimination · TAC Execution Engine · Compiler Explorer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Arora · B.Tech Computer Science and Engineering (Information Security) · VIT Vellore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Number: 24BCI0259 · Course Code: BCSE307P · Individual Project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spcAft>
                <a:spcPts val="300"/>
              </a:spcAft>
              <a:buNone/>
            </a:pPr>
            <a:r>
              <a:rPr lang="en-US" sz="1100" u="sng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https://github.com/dakshcodez/CodeFlow_DSL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and 2 built the front and middle end. Phase 3 closes the loop: TAC is now optimized and then actually executed, so a CodeFlow program runs from source to an alert / log / action trace.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20240" cy="14173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passes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 · unreachable · dead 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965960"/>
            <a:ext cx="1920240" cy="1417320"/>
          </a:xfrm>
          <a:prstGeom prst="rect">
            <a:avLst/>
          </a:prstGeom>
          <a:solidFill>
            <a:srgbClr val="0F1B2D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79192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9192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Vitest suites, 50 new since Phase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965960"/>
            <a:ext cx="1920240" cy="14173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64024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 kinds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input · type · divide-by-0 · operand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965960"/>
            <a:ext cx="1920240" cy="14173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7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48856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complete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8856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through execution trace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target   Source → Tokens → AST → Semantic → TAC → Optimized TAC → Execution → Trace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Pipeline After Phase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implemented, consumes the previous stage's artifact, and is inspectable.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1F4F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— Lexical · Syntax · Semantic · Runtime diagnostics, one shared CompilerError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234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with line/col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960120" cy="201168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0" y="1965960"/>
            <a:ext cx="1234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019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 → AST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3154680"/>
            <a:ext cx="960120" cy="201168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0" y="1965960"/>
            <a:ext cx="1234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735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types, symbol table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154680"/>
            <a:ext cx="960120" cy="201168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0" y="1965960"/>
            <a:ext cx="1234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Gen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51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154680"/>
            <a:ext cx="960120" cy="201168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943600" y="1965960"/>
            <a:ext cx="1234440" cy="1463040"/>
          </a:xfrm>
          <a:prstGeom prst="rect">
            <a:avLst/>
          </a:prstGeom>
          <a:solidFill>
            <a:srgbClr val="0F1B2D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167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· unreachable · dead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154680"/>
            <a:ext cx="960120" cy="201168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15200" y="1965960"/>
            <a:ext cx="1234440" cy="1463040"/>
          </a:xfrm>
          <a:prstGeom prst="rect">
            <a:avLst/>
          </a:prstGeom>
          <a:solidFill>
            <a:srgbClr val="0F1B2D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057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88352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TAC → trace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52360" y="3154680"/>
            <a:ext cx="960120" cy="201168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solidFill>
            <a:srgbClr val="F1F4F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EXPLORER — Tokens · AST · Symbol Table · Errors · TAC · Optimized TAC · Execution Trace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adds stages 5 and 6 and turns the Phase 2 "Phase 3" placeholders (optimized TAC, trace, runtime diagnostics) into live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Optimizer: Three Passes, One Order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IRInstruction[] only — never sees source text or the AST.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is an exported, independently testable function.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optimizeWorkflow composes them: fold → unreachable → dead.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folding exposes constant conditions, unreachable removal uses them, dead-code removal sweeps what is left unread.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by design: register allocation, scheduling, inter-procedural work.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ordering on a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7315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foldConstants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+ 20 → 30 ; 5 &gt; 3 → true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3931920" cy="7315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eliminateUnreachableCode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bodies behind a known-false jump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3931920" cy="73152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5661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eliminateDeadCode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temporaries nobody reads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Folding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68880" cy="109728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t2 + t3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folding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468880" cy="109728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known constant value of each temporary.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Unary with constant operands become one Assign.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resets at every Label — a control-flow merge point.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input values are never constants.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0 is left unfolded so the runtime reports 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Mixed-type operands are left alone.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now-unused t2 and t3 are removed later by dead-code elimination.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Unreachable-Code Elimination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control-flow graph over instruction indices: fall-through edge plus a jump edge for Goto / IfFalse.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from instruction 0; keep only reachable instructions.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IfFalse condition is a known boolean, follow only the edge it can take.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statically false when loses its body.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when 2 &gt; 9 { action never_called()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100584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 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t11 GOTO L3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never_called()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3931920" cy="82296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 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t11 GOTO L3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is unreachable and is removed.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Dead-Code Elimination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Assign / Binary / Unary whose result temporary is never read by a later instruction.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alerts, logs and jumps are never removed — they are the program's observable effects.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backward pass is enough: CodeFlow has no loops, so every jump target lies after its jump and each temporary has one static definition.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after folding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132588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temperature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10      ; never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20      ; never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3931920" cy="86868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temperature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 IR: dead-code.cflow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TAC — 20 instructions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temperature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10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20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t2 + t3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t5 GOTO L1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"High temperature"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 = 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 = 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t8 = t6 &gt; t7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t8 GOTO L2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"Always runs"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t9 = 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 = 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 = t9 &gt; t10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t11 GOTO L3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never_called()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TAC — 12 instructions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201168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temperature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30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 = t1 &gt; t4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t5 GOTO L1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"High temperature"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t8 = true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t8 GOTO L2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"Always runs"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 =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IF_FALSE t11 GOTO L3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L3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4023360" cy="502920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40  →  ALERT: High temperature, LOG: Always runs — identical to the unoptimized program.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251960"/>
            <a:ext cx="4023360" cy="320040"/>
          </a:xfrm>
          <a:prstGeom prst="rect">
            <a:avLst/>
          </a:prstGeom>
          <a:solidFill>
            <a:srgbClr val="FDEBD3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limit: a jump on a known constant is kept, not collapsed.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optimized TAC — never reparses source.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program counter, map of temporaries, label index.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input values come from a JSON record supplied at run time.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observable effects, not real side effects.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{ workflowName, trace, errors } per workflow.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semantics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 / Binary / Unary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evaluate, store in temporary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IfFalse / Goto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program counter from the label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no-op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Action effect with arguments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 / Log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Alert / Log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in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CoolingSystem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trace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{"temperature": 38}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ALERT: High temperature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ACTION: start_fan()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{"temperature": 20}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LOG: Temperature normal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OrderProcessing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trace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{"orderAmount": 12000}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ACTION: fraud_check()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ACTION: manager_approval()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ACTION: process_payment()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canonical programs from the Phase 1 proposal now run end to end and are kept as regression tests. The branch taken depends only on the supplied runtime values.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Diagnostics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runtime error halts the workflow.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"runtime"-stage CompilerError with line and column.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produced before the error is kept.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missing input, declared-vs-supplied type mismatch, division by zero, operand type mismatch.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diagnostics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645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&gt; 2 with {"a":4,"b":0}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901952"/>
            <a:ext cx="4206240" cy="868680"/>
          </a:xfrm>
          <a:prstGeom prst="rect">
            <a:avLst/>
          </a:prstGeom>
          <a:solidFill>
            <a:srgbClr val="FDE3E3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error at line 4, column 10: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by zero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"hot"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3273552"/>
            <a:ext cx="4206240" cy="868680"/>
          </a:xfrm>
          <a:prstGeom prst="rect">
            <a:avLst/>
          </a:prstGeom>
          <a:solidFill>
            <a:srgbClr val="FDE3E3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error at line 4, column 10: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1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mismatch for 'temperature': expected number but received string ("hot")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API and CLI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compiler/pipeline.ts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37744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compile(source)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lex → parse → analyze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generateIR → optimize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{ tokens, program, symbolTables,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ir, optimizedIR, errors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run(source, inputs)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compile(), then execute(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optimizedIR, inputs, symbolTables)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functions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never needs runtime values; running does.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runs even if an earlier one reported errors, so all artifacts stay inspectable.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prints every artifact; a JSON argument also executes the program.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3931920" cy="594360"/>
          </a:xfrm>
          <a:prstGeom prst="rect">
            <a:avLst/>
          </a:prstGeom>
          <a:solidFill>
            <a:srgbClr val="111C2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compile -- examples/cooling.cflow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'{"temperature": 38}'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 Explorer — Final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7" name="Image 0" descr="/tmp/claude-1000/-home-daksh-Projects-compiler-proj-CodeFlow-DSL/4a7da85d-afc8-4704-b7be-d27d48e47a8b/scratchpad/ui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3566160" cy="32644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(all live)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0" y="16002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Runtime Inputs (JSON) editors.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AST, Symbol Table.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and Optimized TAC side by side for before/after comparison.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from every stage, with line and column.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 after pressing Run.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HTML/CSS/TypeScript bundled with esbuild — no framework, no backend.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309360" y="2743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by Compiler Stage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52160" y="1371600"/>
            <a:ext cx="2834640" cy="10972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 / 131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· 10 Vitest suites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265176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each pass as input IR → output IR, plus unchanged execution semantics.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both branches, dispatch, alerts, logs, runtime errors.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E2E: source → trace for valid and malformed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Phase 2 to Phase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Lexer / Parser / 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— regression-tested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 table / 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— feeds the runtime type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— 9 instruction kinds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— now the optimizer's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— fold, unreachable, dead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— TAC interpreter, runtime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· syntax · 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runtime, same CompilerError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· AST · Symbols · TAC ·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Optimized TAC · inputs · execution trace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jump on a known constant (t8 = true; IF_FALSE t8 GOTO L2) is kept, not collapsed.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knowledge resets at labels; no propagation across merge points.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simulated effects only, by design.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workflow runs independently against one shared input record.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next steps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constant-condition IfFalse into Goto or nothing.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IR line and trace entry back to its source line in the UI.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view showing temporaries after each instruction.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F5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Phase-wise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CodeFlow — Phase 3 · Compiler Design Laboratory · github.com/dakshcodez/CodeFlow_DSL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37744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 &amp; System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specification, formal grammar, architecture, technology stack, lexer and basic parser prototype.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914400" cy="219456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2377440"/>
          </a:xfrm>
          <a:prstGeom prst="rect">
            <a:avLst/>
          </a:prstGeom>
          <a:solidFill>
            <a:srgbClr val="F1F4F8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Compiler Construction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lexer and parser, full AST, symbol table, semantic analysis, TAC generation, layered errors.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3474720"/>
            <a:ext cx="914400" cy="219456"/>
          </a:xfrm>
          <a:prstGeom prst="rect">
            <a:avLst/>
          </a:prstGeom>
          <a:solidFill>
            <a:srgbClr val="D5F5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2377440"/>
          </a:xfrm>
          <a:prstGeom prst="rect">
            <a:avLst/>
          </a:prstGeom>
          <a:solidFill>
            <a:srgbClr val="0F1B2D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Optimization, Execution &amp; 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folding, unreachable and dead-code elimination, execution engine, before/after IR, full Explorer, E2E tests.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914400" cy="219456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CodeFlow now compiles, optimizes and runs real programs from source to an execution trace, with every stage inspectable.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folding, unreachable- and dead-code elimination, shown as before/after IR.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 runs the optimized TAC against supplied sensor / input values.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errors share the one CompilerError channel with line and column.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Explorer shows every artifact; 131 tests pass across all stages.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000" u="sng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https://github.com/dakshcodez/CodeFlow_DSL</a:t>
            </a:r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Daksh Arora · 24BCI0259 · VIT Vellore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CodeFlow — Phase 3: Optimization, Execution &amp; Integration</dc:title>
  <dc:subject>PptxGenJS Presentation</dc:subject>
  <dc:creator>Daksh Arora</dc:creator>
  <cp:lastModifiedBy>Daksh Arora</cp:lastModifiedBy>
  <cp:revision>1</cp:revision>
  <dcterms:created xsi:type="dcterms:W3CDTF">2026-10-29T16:34:38Z</dcterms:created>
  <dcterms:modified xsi:type="dcterms:W3CDTF">2026-10-29T16:34:38Z</dcterms:modified>
</cp:coreProperties>
</file>